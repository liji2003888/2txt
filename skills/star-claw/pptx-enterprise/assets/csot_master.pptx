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drawings/vmlDrawing1.vml" ContentType="application/vnd.openxmlformats-officedocument.vmlDrawing"/>
  <Override PartName="/ppt/embeddings/oleObject1.bin" ContentType="application/vnd.openxmlformats-officedocument.oleObject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autoCompressPictures="0">
  <p:sldMasterIdLst>
    <p:sldMasterId id="2147483648" r:id="rId1"/>
  </p:sldMasterIdLst>
  <p:notesMasterIdLst>
    <p:notesMasterId r:id="rId4"/>
  </p:notesMasterIdLst>
  <p:sldIdLst/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课程封面" id="{46F36C38-3A14-42F7-95A8-802FC65366BB}">
          <p14:sldIdLst>
            <p14:sldId id="11829654"/>
            <p14:sldId id="16671867"/>
            <p14:sldId id="297"/>
          </p14:sldIdLst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C90F22A-F0F7-B4F4-EFBE-EF9DEB5B74AB}" name="谢心悦" initials="谢心悦" userId="S-1-5-21-3772116661-1188524033-3900960974-38185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63EB"/>
    <a:srgbClr val="016FBF"/>
    <a:srgbClr val="4573C4"/>
    <a:srgbClr val="006FE6"/>
    <a:srgbClr val="242346"/>
    <a:srgbClr val="5B9DF5"/>
    <a:srgbClr val="E8F1FB"/>
    <a:srgbClr val="38A2FD"/>
    <a:srgbClr val="797979"/>
    <a:srgbClr val="1A23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41" autoAdjust="0"/>
    <p:restoredTop sz="95285" autoAdjust="0"/>
  </p:normalViewPr>
  <p:slideViewPr>
    <p:cSldViewPr snapToGrid="0" snapToObjects="1">
      <p:cViewPr>
        <p:scale>
          <a:sx n="150" d="100"/>
          <a:sy n="150" d="100"/>
        </p:scale>
        <p:origin x="672" y="32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ableStyles" Target="tableStyles.xml"/><Relationship Id="rId10" Type="http://schemas.microsoft.com/office/2018/10/relationships/authors" Target="authors.xml"/><Relationship Id="rId11" Type="http://schemas.openxmlformats.org/officeDocument/2006/relationships/tags" Target="tags/tag4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7.emf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DC459-2FDE-384B-BC4D-E0C5A62CC53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69F79E-B6B7-534B-AAEE-1F443B7D50D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tags" Target="../tags/tag1.xml"/><Relationship Id="rId4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tags" Target="../tags/tag2.xml"/><Relationship Id="rId4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ppt封面-apex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350"/>
            <a:ext cx="12192000" cy="6845300"/>
          </a:xfrm>
          <a:prstGeom prst="rect">
            <a:avLst/>
          </a:prstGeom>
        </p:spPr>
      </p:pic>
      <p:pic>
        <p:nvPicPr>
          <p:cNvPr id="3" name="图片 2" descr="资源 6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479915" y="71755"/>
            <a:ext cx="2502535" cy="20561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BFE292F-1EBE-6D4A-B339-A324D614A37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11" name="图片 10" descr="徽标&#10;&#10;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3160800" y="2997198"/>
            <a:ext cx="1231900" cy="863600"/>
          </a:xfrm>
          <a:prstGeom prst="rect">
            <a:avLst/>
          </a:prstGeom>
        </p:spPr>
      </p:pic>
      <p:pic>
        <p:nvPicPr>
          <p:cNvPr id="2" name="图片 1" descr="01_TCL华星奥运版本logo_标准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050145" y="216535"/>
            <a:ext cx="1895475" cy="48069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徽标, 公司名称&#10;&#10;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5308600" y="2441487"/>
            <a:ext cx="1574800" cy="17526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10576483" y="6111102"/>
            <a:ext cx="11143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FZLanTingHei-M-GBK" panose="02000000000000000000" pitchFamily="2" charset="-122"/>
                <a:ea typeface="FZLanTingHei-M-GBK" panose="02000000000000000000" pitchFamily="2" charset="-122"/>
                <a:cs typeface="+mn-cs"/>
              </a:rPr>
              <a:t>www.szcsot.com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FZLanTingHei-M-GBK" panose="02000000000000000000" pitchFamily="2" charset="-122"/>
              <a:ea typeface="FZLanTingHei-M-GBK" panose="02000000000000000000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01_TCL华星奥运版本logo_标准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0145" y="216535"/>
            <a:ext cx="1895475" cy="480695"/>
          </a:xfrm>
          <a:prstGeom prst="rect">
            <a:avLst/>
          </a:prstGeom>
        </p:spPr>
      </p:pic>
      <p:grpSp>
        <p:nvGrpSpPr>
          <p:cNvPr id="5" name="组合 12"/>
          <p:cNvGrpSpPr/>
          <p:nvPr userDrawn="1"/>
        </p:nvGrpSpPr>
        <p:grpSpPr>
          <a:xfrm>
            <a:off x="0" y="0"/>
            <a:ext cx="3200400" cy="901700"/>
            <a:chOff x="0" y="0"/>
            <a:chExt cx="3200400" cy="901700"/>
          </a:xfrm>
        </p:grpSpPr>
        <p:pic>
          <p:nvPicPr>
            <p:cNvPr id="6" name="图片 5" descr="图片包含 图形用户界面&#10;&#10;描述已自动生成"/>
            <p:cNvPicPr>
              <a:picLocks noChangeAspect="1"/>
            </p:cNvPicPr>
            <p:nvPr/>
          </p:nvPicPr>
          <p:blipFill rotWithShape="1">
            <a:blip r:embed="rId3"/>
            <a:srcRect r="68049"/>
            <a:stretch>
              <a:fillRect/>
            </a:stretch>
          </p:blipFill>
          <p:spPr>
            <a:xfrm>
              <a:off x="0" y="0"/>
              <a:ext cx="1022559" cy="901700"/>
            </a:xfrm>
            <a:prstGeom prst="rect">
              <a:avLst/>
            </a:prstGeom>
            <a:ln>
              <a:noFill/>
            </a:ln>
          </p:spPr>
        </p:pic>
        <p:cxnSp>
          <p:nvCxnSpPr>
            <p:cNvPr id="8" name="直线连接符 9"/>
            <p:cNvCxnSpPr/>
            <p:nvPr/>
          </p:nvCxnSpPr>
          <p:spPr>
            <a:xfrm>
              <a:off x="1108710" y="593368"/>
              <a:ext cx="2091690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942228" y="6356350"/>
            <a:ext cx="2743200" cy="365125"/>
          </a:xfrm>
        </p:spPr>
        <p:txBody>
          <a:bodyPr/>
          <a:lstStyle/>
          <a:p>
            <a:fld id="{2BFE292F-1EBE-6D4A-B339-A324D614A372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942228" y="6356350"/>
            <a:ext cx="2743200" cy="365125"/>
          </a:xfrm>
        </p:spPr>
        <p:txBody>
          <a:bodyPr/>
          <a:lstStyle/>
          <a:p>
            <a:fld id="{2BFE292F-1EBE-6D4A-B339-A324D614A372}" type="slidenum">
              <a:rPr kumimoji="1" lang="zh-CN" altLang="en-US" smtClean="0"/>
            </a:fld>
            <a:endParaRPr kumimoji="1" lang="zh-CN" altLang="en-US" dirty="0"/>
          </a:p>
        </p:txBody>
      </p:sp>
      <p:grpSp>
        <p:nvGrpSpPr>
          <p:cNvPr id="8" name="组合 12"/>
          <p:cNvGrpSpPr/>
          <p:nvPr userDrawn="1"/>
        </p:nvGrpSpPr>
        <p:grpSpPr>
          <a:xfrm>
            <a:off x="0" y="0"/>
            <a:ext cx="3200400" cy="901700"/>
            <a:chOff x="0" y="0"/>
            <a:chExt cx="3200400" cy="901700"/>
          </a:xfrm>
        </p:grpSpPr>
        <p:pic>
          <p:nvPicPr>
            <p:cNvPr id="9" name="图片 8" descr="图片包含 图形用户界面&#10;&#10;描述已自动生成"/>
            <p:cNvPicPr>
              <a:picLocks noChangeAspect="1"/>
            </p:cNvPicPr>
            <p:nvPr/>
          </p:nvPicPr>
          <p:blipFill rotWithShape="1">
            <a:blip r:embed="rId2"/>
            <a:srcRect r="68049"/>
            <a:stretch>
              <a:fillRect/>
            </a:stretch>
          </p:blipFill>
          <p:spPr>
            <a:xfrm>
              <a:off x="0" y="0"/>
              <a:ext cx="1022559" cy="901700"/>
            </a:xfrm>
            <a:prstGeom prst="rect">
              <a:avLst/>
            </a:prstGeom>
            <a:ln>
              <a:noFill/>
            </a:ln>
          </p:spPr>
        </p:pic>
        <p:cxnSp>
          <p:nvCxnSpPr>
            <p:cNvPr id="10" name="直线连接符 9"/>
            <p:cNvCxnSpPr/>
            <p:nvPr/>
          </p:nvCxnSpPr>
          <p:spPr>
            <a:xfrm>
              <a:off x="1108710" y="593368"/>
              <a:ext cx="2091690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图片 3" descr="01_TCL华星奥运版本logo_标准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50145" y="216535"/>
            <a:ext cx="1895475" cy="48069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ags" Target="../tags/tag3.xml"/><Relationship Id="rId10" Type="http://schemas.openxmlformats.org/officeDocument/2006/relationships/oleObject" Target="../embeddings/oleObject1.bin"/><Relationship Id="rId11" Type="http://schemas.openxmlformats.org/officeDocument/2006/relationships/image" Target="../media/image7.emf"/><Relationship Id="rId12" Type="http://schemas.openxmlformats.org/officeDocument/2006/relationships/vmlDrawing" Target="../drawings/vmlDrawing1.v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/>
          <p:cNvGraphicFramePr>
            <a:graphicFrameLocks noChangeAspect="1"/>
          </p:cNvGraphicFramePr>
          <p:nvPr userDrawn="1">
            <p:custDataLst>
              <p:tags r:id="rId9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幻灯片" r:id="rId10" imgW="7763510" imgH="10049510" progId="TCLayout.ActiveDocument.1">
                  <p:embed/>
                </p:oleObj>
              </mc:Choice>
              <mc:Fallback>
                <p:oleObj name="think-cell 幻灯片" r:id="rId10" imgW="7763510" imgH="10049510" progId="TCLayout.ActiveDocument.1">
                  <p:embed/>
                  <p:pic>
                    <p:nvPicPr>
                      <p:cNvPr id="0" name="对象 4" hidden="1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 userDrawn="1"/>
        </p:nvSpPr>
        <p:spPr>
          <a:xfrm>
            <a:off x="3902075" y="441325"/>
            <a:ext cx="914400" cy="549275"/>
          </a:xfrm>
          <a:prstGeom prst="rect">
            <a:avLst/>
          </a:prstGeom>
          <a:noFill/>
        </p:spPr>
        <p:txBody>
          <a:bodyPr lIns="0" tIns="0" rIns="0" bIns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2135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31" name="标题占位符 3"/>
          <p:cNvSpPr>
            <a:spLocks noGrp="1"/>
          </p:cNvSpPr>
          <p:nvPr>
            <p:ph type="title"/>
          </p:nvPr>
        </p:nvSpPr>
        <p:spPr bwMode="auto">
          <a:xfrm>
            <a:off x="117475" y="284163"/>
            <a:ext cx="11882438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9" name="Rectangle 3"/>
          <p:cNvSpPr>
            <a:spLocks noChangeArrowheads="1"/>
          </p:cNvSpPr>
          <p:nvPr userDrawn="1"/>
        </p:nvSpPr>
        <p:spPr bwMode="auto">
          <a:xfrm>
            <a:off x="11617094" y="6657805"/>
            <a:ext cx="526072" cy="136067"/>
          </a:xfrm>
          <a:prstGeom prst="rect">
            <a:avLst/>
          </a:prstGeom>
          <a:noFill/>
          <a:ln>
            <a:noFill/>
          </a:ln>
        </p:spPr>
        <p:txBody>
          <a:bodyPr lIns="44222" rIns="43201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325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49711EC-5AB5-4B8F-95BC-6F60A301D9A9}" type="slidenum">
              <a:rPr kumimoji="0" lang="en-US" altLang="zh-CN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Helvetica Neue Light" panose="02000503000000020004"/>
              </a:rPr>
            </a:fld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Helvetica Neue Light" panose="020005030000000200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FFF1D0"/>
          </a:solidFill>
          <a:latin typeface="楷体" panose="02010609060101010101" pitchFamily="49" charset="-122"/>
          <a:ea typeface="楷体" panose="02010609060101010101" pitchFamily="49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FFF1D0"/>
          </a:solidFill>
          <a:latin typeface="楷体" panose="02010609060101010101" pitchFamily="49" charset="-122"/>
          <a:ea typeface="楷体" panose="02010609060101010101" pitchFamily="49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FFF1D0"/>
          </a:solidFill>
          <a:latin typeface="楷体" panose="02010609060101010101" pitchFamily="49" charset="-122"/>
          <a:ea typeface="楷体" panose="02010609060101010101" pitchFamily="49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FFF1D0"/>
          </a:solidFill>
          <a:latin typeface="楷体" panose="02010609060101010101" pitchFamily="49" charset="-122"/>
          <a:ea typeface="楷体" panose="02010609060101010101" pitchFamily="49" charset="-122"/>
        </a:defRPr>
      </a:lvl5pPr>
      <a:lvl6pPr marL="609600" algn="l" rtl="0" fontAlgn="base">
        <a:lnSpc>
          <a:spcPct val="90000"/>
        </a:lnSpc>
        <a:spcBef>
          <a:spcPct val="0"/>
        </a:spcBef>
        <a:spcAft>
          <a:spcPct val="0"/>
        </a:spcAft>
        <a:defRPr sz="3735">
          <a:solidFill>
            <a:schemeClr val="tx1"/>
          </a:solidFill>
          <a:latin typeface="Arial" panose="020B0604020202090204" pitchFamily="34" charset="0"/>
        </a:defRPr>
      </a:lvl6pPr>
      <a:lvl7pPr marL="1219200" algn="l" rtl="0" fontAlgn="base">
        <a:lnSpc>
          <a:spcPct val="90000"/>
        </a:lnSpc>
        <a:spcBef>
          <a:spcPct val="0"/>
        </a:spcBef>
        <a:spcAft>
          <a:spcPct val="0"/>
        </a:spcAft>
        <a:defRPr sz="3735">
          <a:solidFill>
            <a:schemeClr val="tx1"/>
          </a:solidFill>
          <a:latin typeface="Arial" panose="020B0604020202090204" pitchFamily="34" charset="0"/>
        </a:defRPr>
      </a:lvl7pPr>
      <a:lvl8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735">
          <a:solidFill>
            <a:schemeClr val="tx1"/>
          </a:solidFill>
          <a:latin typeface="Arial" panose="020B0604020202090204" pitchFamily="34" charset="0"/>
        </a:defRPr>
      </a:lvl8pPr>
      <a:lvl9pPr marL="2438400" algn="l" rtl="0" fontAlgn="base">
        <a:lnSpc>
          <a:spcPct val="90000"/>
        </a:lnSpc>
        <a:spcBef>
          <a:spcPct val="0"/>
        </a:spcBef>
        <a:spcAft>
          <a:spcPct val="0"/>
        </a:spcAft>
        <a:defRPr sz="3735">
          <a:solidFill>
            <a:schemeClr val="tx1"/>
          </a:solidFill>
          <a:latin typeface="Arial" panose="020B0604020202090204" pitchFamily="34" charset="0"/>
        </a:defRPr>
      </a:lvl9pPr>
    </p:titleStyle>
    <p:bodyStyle>
      <a:lvl1pPr marL="303530" indent="-303530" algn="l" rtl="0" eaLnBrk="0" fontAlgn="base" hangingPunct="0">
        <a:spcBef>
          <a:spcPts val="1200"/>
        </a:spcBef>
        <a:spcAft>
          <a:spcPct val="0"/>
        </a:spcAft>
        <a:buFont typeface="Wingdings" panose="05000000000000000000" pitchFamily="2" charset="2"/>
        <a:buChar char="§"/>
        <a:defRPr sz="2100" kern="1200">
          <a:solidFill>
            <a:schemeClr val="tx2"/>
          </a:solidFill>
          <a:latin typeface="+mn-lt"/>
          <a:ea typeface="MS PGothic" panose="020B0600070205080204" pitchFamily="34" charset="-128"/>
          <a:cs typeface="+mn-cs"/>
        </a:defRPr>
      </a:lvl1pPr>
      <a:lvl2pPr marL="608330" indent="-303530" algn="l" rtl="0" eaLnBrk="0" fontAlgn="base" hangingPunct="0">
        <a:spcBef>
          <a:spcPct val="0"/>
        </a:spcBef>
        <a:spcAft>
          <a:spcPct val="0"/>
        </a:spcAft>
        <a:buFont typeface="Arial" panose="020B0604020202090204" pitchFamily="34" charset="0"/>
        <a:buChar char="–"/>
        <a:defRPr sz="2100" kern="1200">
          <a:solidFill>
            <a:schemeClr val="tx2"/>
          </a:solidFill>
          <a:latin typeface="+mn-lt"/>
          <a:ea typeface="MS PGothic" panose="020B0600070205080204" pitchFamily="34" charset="-128"/>
          <a:cs typeface="+mn-cs"/>
        </a:defRPr>
      </a:lvl2pPr>
      <a:lvl3pPr marL="913130" indent="-303530" algn="l" rtl="0" eaLnBrk="0" fontAlgn="base" hangingPunct="0">
        <a:spcBef>
          <a:spcPct val="0"/>
        </a:spcBef>
        <a:spcAft>
          <a:spcPct val="0"/>
        </a:spcAft>
        <a:buFont typeface="Wingdings" panose="05000000000000000000" pitchFamily="2" charset="2"/>
        <a:buChar char="§"/>
        <a:defRPr sz="2100" kern="1200">
          <a:solidFill>
            <a:schemeClr val="tx2"/>
          </a:solidFill>
          <a:latin typeface="+mn-lt"/>
          <a:ea typeface="MS PGothic" panose="020B0600070205080204" pitchFamily="34" charset="-128"/>
          <a:cs typeface="+mn-cs"/>
        </a:defRPr>
      </a:lvl3pPr>
      <a:lvl4pPr marL="2132330" indent="-30353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00" kern="1200">
          <a:solidFill>
            <a:schemeClr val="tx2"/>
          </a:solidFill>
          <a:latin typeface="+mn-lt"/>
          <a:ea typeface="MS PGothic" panose="020B0600070205080204" pitchFamily="34" charset="-128"/>
          <a:cs typeface="+mn-cs"/>
        </a:defRPr>
      </a:lvl4pPr>
      <a:lvl5pPr marL="2741930" indent="-30353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00" kern="1200">
          <a:solidFill>
            <a:schemeClr val="tx2"/>
          </a:solidFill>
          <a:latin typeface="+mn-lt"/>
          <a:ea typeface="MS PGothic" panose="020B0600070205080204" pitchFamily="34" charset="-128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1365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0965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5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1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THINKCELLSHAPEDONOTDELETE" val="thinkcellActiveDocDoNotDelete"/>
</p:tagLst>
</file>

<file path=ppt/tags/tag4.xml><?xml version="1.0" encoding="utf-8"?>
<p:tagLst xmlns:p="http://schemas.openxmlformats.org/presentationml/2006/main">
  <p:tag name="ISLIDE.GUIDESSETTING" val="{&quot;Id&quot;:&quot;d7c00c79-191b-43db-ad11-1352b120d69e&quot;,&quot;Name&quot;:null,&quot;Kind&quot;:1,&quot;OldGuidesSetting&quot;:{&quot;HeaderHeight&quot;:0.0,&quot;FooterHeight&quot;:0.0,&quot;SideMargin&quot;:0.0,&quot;TopMargin&quot;:0.0,&quot;BottomMargin&quot;:0.0,&quot;IntervalMargin&quot;:0.0}}"/>
  <p:tag name="RESOURCE_RECORD_KEY" val="{&quot;10&quot;:[50062281],&quot;70&quot;:[3327645]}"/>
</p:tagLst>
</file>

<file path=ppt/theme/theme1.xml><?xml version="1.0" encoding="utf-8"?>
<a:theme xmlns:a="http://schemas.openxmlformats.org/drawingml/2006/main" name="7_Custom Design">
  <a:themeElements>
    <a:clrScheme name="自定义 9">
      <a:dk1>
        <a:srgbClr val="191919"/>
      </a:dk1>
      <a:lt1>
        <a:srgbClr val="FFFFFF"/>
      </a:lt1>
      <a:dk2>
        <a:srgbClr val="666666"/>
      </a:dk2>
      <a:lt2>
        <a:srgbClr val="016FBF"/>
      </a:lt2>
      <a:accent1>
        <a:srgbClr val="0068B7"/>
      </a:accent1>
      <a:accent2>
        <a:srgbClr val="00B0EF"/>
      </a:accent2>
      <a:accent3>
        <a:srgbClr val="FABE0E"/>
      </a:accent3>
      <a:accent4>
        <a:srgbClr val="EA7A74"/>
      </a:accent4>
      <a:accent5>
        <a:srgbClr val="C00000"/>
      </a:accent5>
      <a:accent6>
        <a:srgbClr val="A9A9A9"/>
      </a:accent6>
      <a:hlink>
        <a:srgbClr val="00B0DA"/>
      </a:hlink>
      <a:folHlink>
        <a:srgbClr val="7F1C7D"/>
      </a:folHlink>
    </a:clrScheme>
    <a:fontScheme name="b4ffc69e-cf80-40bd-b683-2b5401415bbb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>
            <a:lumMod val="20000"/>
            <a:lumOff val="80000"/>
          </a:schemeClr>
        </a:solidFill>
      </a:spPr>
      <a:bodyPr wrap="square" rtlCol="0" anchor="ctr">
        <a:noAutofit/>
      </a:bodyPr>
      <a:lstStyle>
        <a:defPPr algn="ctr">
          <a:spcBef>
            <a:spcPts val="900"/>
          </a:spcBef>
          <a:defRPr kumimoji="1" smtClean="0">
            <a:solidFill>
              <a:schemeClr val="bg1"/>
            </a:solidFill>
            <a:latin typeface="+mn-ea"/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tIns="36000" rIns="36000" bIns="36000" rtlCol="0" anchor="ctr">
        <a:noAutofit/>
      </a:bodyPr>
      <a:lstStyle>
        <a:defPPr algn="ctr">
          <a:spcBef>
            <a:spcPts val="900"/>
          </a:spcBef>
          <a:defRPr kumimoji="1" sz="1400" dirty="0" smtClean="0">
            <a:latin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343</Words>
  <Application>WPS 演示</Application>
  <PresentationFormat>宽屏</PresentationFormat>
  <Paragraphs>47</Paragraphs>
  <Slides>3</Slides>
  <Notes>9</Notes>
  <HiddenSlides>0</HiddenSlides>
  <MMClips>1</MMClips>
  <ScaleCrop>false</ScaleCrop>
  <HeadingPairs>
    <vt:vector size="8" baseType="variant">
      <vt:variant>
        <vt:lpstr>已用的字体</vt:lpstr>
      </vt:variant>
      <vt:variant>
        <vt:i4>27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32" baseType="lpstr">
      <vt:lpstr>Arial</vt:lpstr>
      <vt:lpstr>宋体</vt:lpstr>
      <vt:lpstr>Wingdings</vt:lpstr>
      <vt:lpstr>微软雅黑</vt:lpstr>
      <vt:lpstr>MS PGothic</vt:lpstr>
      <vt:lpstr>冬青黑体简体中文</vt:lpstr>
      <vt:lpstr>Helvetica Neue Light</vt:lpstr>
      <vt:lpstr>汉仪旗黑</vt:lpstr>
      <vt:lpstr>楷体</vt:lpstr>
      <vt:lpstr>汉仪楷体KW</vt:lpstr>
      <vt:lpstr>等线</vt:lpstr>
      <vt:lpstr>FZLanTingHei-M-GBK</vt:lpstr>
      <vt:lpstr>黑体</vt:lpstr>
      <vt:lpstr>汉仪中黑KW</vt:lpstr>
      <vt:lpstr>Franklin Gothic Medium</vt:lpstr>
      <vt:lpstr>苹方-简</vt:lpstr>
      <vt:lpstr>微软雅黑</vt:lpstr>
      <vt:lpstr>Arial</vt:lpstr>
      <vt:lpstr>Arial</vt:lpstr>
      <vt:lpstr>宋体</vt:lpstr>
      <vt:lpstr>Arial Unicode MS</vt:lpstr>
      <vt:lpstr>DengXian</vt:lpstr>
      <vt:lpstr>汉仪中等线KW</vt:lpstr>
      <vt:lpstr>Calibri</vt:lpstr>
      <vt:lpstr>Helvetica Neue</vt:lpstr>
      <vt:lpstr>汉仪书宋二KW</vt:lpstr>
      <vt:lpstr>微软雅黑</vt:lpstr>
      <vt:lpstr>7_Custom Design</vt:lpstr>
      <vt:lpstr>TCLayout.ActiveDocument.1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w1683</dc:creator>
  <cp:lastModifiedBy>黑</cp:lastModifiedBy>
  <cp:revision>1933</cp:revision>
  <cp:lastPrinted>2026-05-28T18:20:53Z</cp:lastPrinted>
  <dcterms:created xsi:type="dcterms:W3CDTF">2026-05-28T18:20:53Z</dcterms:created>
  <dcterms:modified xsi:type="dcterms:W3CDTF">2026-05-28T18:20:53Z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23094484D290D2D78587186A20366649_43</vt:lpwstr>
  </property>
  <property fmtid="{D5CDD505-2E9C-101B-9397-08002B2CF9AE}" pid="3" name="KSOProductBuildVer">
    <vt:lpwstr>2052-12.1.25895.25895</vt:lpwstr>
  </property>
  <property fmtid="{D5CDD505-2E9C-101B-9397-08002B2CF9AE}" pid="4" name="_IPGFID">
    <vt:lpwstr>[DocID]=0163CF8F-2E68-480B-A018-7E7F6BBA543D</vt:lpwstr>
  </property>
  <property fmtid="{D5CDD505-2E9C-101B-9397-08002B2CF9AE}" pid="5" name="_IPGDLB_P-B5C0_E-1_CV-243B95CD_CN-71D8D4B8">
    <vt:lpwstr>zwdNE03seINOa+A+ieCtag==</vt:lpwstr>
  </property>
  <property fmtid="{D5CDD505-2E9C-101B-9397-08002B2CF9AE}" pid="6" name="_IPGDLV_P-B5C0_E-1_CV-D8735890_CN-55BF4462">
    <vt:lpwstr>yefI2eXLAybqezc2KVGaVA==</vt:lpwstr>
  </property>
</Properties>
</file>